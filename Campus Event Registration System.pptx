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Abril Fatface" charset="1" panose="02000503000000020003"/>
      <p:regular r:id="rId9"/>
    </p:embeddedFont>
    <p:embeddedFont>
      <p:font typeface="Roboto" charset="1" panose="02000000000000000000"/>
      <p:regular r:id="rId10"/>
    </p:embeddedFont>
    <p:embeddedFont>
      <p:font typeface="Open Sans" charset="1" panose="020B0606030504020204"/>
      <p:regular r:id="rId11"/>
    </p:embeddedFont>
    <p:embeddedFont>
      <p:font typeface="Roboto Bold" charset="1" panose="020000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9258300"/>
            <a:ext cx="2343200" cy="166258"/>
          </a:xfrm>
          <a:custGeom>
            <a:avLst/>
            <a:gdLst/>
            <a:ahLst/>
            <a:cxnLst/>
            <a:rect r="r" b="b" t="t" l="l"/>
            <a:pathLst>
              <a:path h="166258" w="2343200">
                <a:moveTo>
                  <a:pt x="0" y="0"/>
                </a:moveTo>
                <a:lnTo>
                  <a:pt x="2343200" y="0"/>
                </a:lnTo>
                <a:lnTo>
                  <a:pt x="2343200" y="166258"/>
                </a:lnTo>
                <a:lnTo>
                  <a:pt x="0" y="166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58722" y="663529"/>
            <a:ext cx="1900578" cy="824779"/>
          </a:xfrm>
          <a:custGeom>
            <a:avLst/>
            <a:gdLst/>
            <a:ahLst/>
            <a:cxnLst/>
            <a:rect r="r" b="b" t="t" l="l"/>
            <a:pathLst>
              <a:path h="824779" w="1900578">
                <a:moveTo>
                  <a:pt x="0" y="0"/>
                </a:moveTo>
                <a:lnTo>
                  <a:pt x="1900578" y="0"/>
                </a:lnTo>
                <a:lnTo>
                  <a:pt x="1900578" y="824778"/>
                </a:lnTo>
                <a:lnTo>
                  <a:pt x="0" y="8247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51182" y="6053674"/>
            <a:ext cx="3207674" cy="7200900"/>
          </a:xfrm>
          <a:custGeom>
            <a:avLst/>
            <a:gdLst/>
            <a:ahLst/>
            <a:cxnLst/>
            <a:rect r="r" b="b" t="t" l="l"/>
            <a:pathLst>
              <a:path h="7200900" w="3207674">
                <a:moveTo>
                  <a:pt x="0" y="0"/>
                </a:moveTo>
                <a:lnTo>
                  <a:pt x="3207673" y="0"/>
                </a:lnTo>
                <a:lnTo>
                  <a:pt x="3207673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900292" y="3142570"/>
            <a:ext cx="3630502" cy="3630502"/>
          </a:xfrm>
          <a:custGeom>
            <a:avLst/>
            <a:gdLst/>
            <a:ahLst/>
            <a:cxnLst/>
            <a:rect r="r" b="b" t="t" l="l"/>
            <a:pathLst>
              <a:path h="3630502" w="3630502">
                <a:moveTo>
                  <a:pt x="0" y="0"/>
                </a:moveTo>
                <a:lnTo>
                  <a:pt x="3630502" y="0"/>
                </a:lnTo>
                <a:lnTo>
                  <a:pt x="3630502" y="3630502"/>
                </a:lnTo>
                <a:lnTo>
                  <a:pt x="0" y="36305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014122" y="3748514"/>
            <a:ext cx="2837586" cy="3024558"/>
          </a:xfrm>
          <a:custGeom>
            <a:avLst/>
            <a:gdLst/>
            <a:ahLst/>
            <a:cxnLst/>
            <a:rect r="r" b="b" t="t" l="l"/>
            <a:pathLst>
              <a:path h="3024558" w="2837586">
                <a:moveTo>
                  <a:pt x="0" y="0"/>
                </a:moveTo>
                <a:lnTo>
                  <a:pt x="2837585" y="0"/>
                </a:lnTo>
                <a:lnTo>
                  <a:pt x="2837585" y="3024558"/>
                </a:lnTo>
                <a:lnTo>
                  <a:pt x="0" y="302455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184046" y="663529"/>
            <a:ext cx="1873093" cy="1386089"/>
          </a:xfrm>
          <a:custGeom>
            <a:avLst/>
            <a:gdLst/>
            <a:ahLst/>
            <a:cxnLst/>
            <a:rect r="r" b="b" t="t" l="l"/>
            <a:pathLst>
              <a:path h="1386089" w="1873093">
                <a:moveTo>
                  <a:pt x="0" y="0"/>
                </a:moveTo>
                <a:lnTo>
                  <a:pt x="1873094" y="0"/>
                </a:lnTo>
                <a:lnTo>
                  <a:pt x="1873094" y="1386089"/>
                </a:lnTo>
                <a:lnTo>
                  <a:pt x="0" y="138608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200300" y="4910063"/>
            <a:ext cx="2287222" cy="2287222"/>
          </a:xfrm>
          <a:custGeom>
            <a:avLst/>
            <a:gdLst/>
            <a:ahLst/>
            <a:cxnLst/>
            <a:rect r="r" b="b" t="t" l="l"/>
            <a:pathLst>
              <a:path h="2287222" w="2287222">
                <a:moveTo>
                  <a:pt x="0" y="0"/>
                </a:moveTo>
                <a:lnTo>
                  <a:pt x="2287222" y="0"/>
                </a:lnTo>
                <a:lnTo>
                  <a:pt x="2287222" y="2287222"/>
                </a:lnTo>
                <a:lnTo>
                  <a:pt x="0" y="228722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7999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272004" y="3210101"/>
            <a:ext cx="13743992" cy="3557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10"/>
              </a:lnSpc>
            </a:pPr>
            <a:r>
              <a:rPr lang="en-US" sz="10122">
                <a:solidFill>
                  <a:srgbClr val="0B2F3D"/>
                </a:solidFill>
                <a:latin typeface="Abril Fatface"/>
                <a:ea typeface="Abril Fatface"/>
                <a:cs typeface="Abril Fatface"/>
                <a:sym typeface="Abril Fatface"/>
              </a:rPr>
              <a:t>CAMPUS EVENT REGISTRATION SYSTEM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41254" y="6591532"/>
            <a:ext cx="6805492" cy="39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8"/>
              </a:lnSpc>
            </a:pPr>
            <a:r>
              <a:rPr lang="en-US" sz="2988" spc="262">
                <a:solidFill>
                  <a:srgbClr val="0B2F3D"/>
                </a:solidFill>
                <a:latin typeface="Roboto"/>
                <a:ea typeface="Roboto"/>
                <a:cs typeface="Roboto"/>
                <a:sym typeface="Roboto"/>
              </a:rPr>
              <a:t>TEAM 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9258300"/>
            <a:ext cx="2343200" cy="166258"/>
          </a:xfrm>
          <a:custGeom>
            <a:avLst/>
            <a:gdLst/>
            <a:ahLst/>
            <a:cxnLst/>
            <a:rect r="r" b="b" t="t" l="l"/>
            <a:pathLst>
              <a:path h="166258" w="2343200">
                <a:moveTo>
                  <a:pt x="0" y="0"/>
                </a:moveTo>
                <a:lnTo>
                  <a:pt x="2343200" y="0"/>
                </a:lnTo>
                <a:lnTo>
                  <a:pt x="2343200" y="166258"/>
                </a:lnTo>
                <a:lnTo>
                  <a:pt x="0" y="166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58722" y="663529"/>
            <a:ext cx="1900578" cy="824779"/>
          </a:xfrm>
          <a:custGeom>
            <a:avLst/>
            <a:gdLst/>
            <a:ahLst/>
            <a:cxnLst/>
            <a:rect r="r" b="b" t="t" l="l"/>
            <a:pathLst>
              <a:path h="824779" w="1900578">
                <a:moveTo>
                  <a:pt x="0" y="0"/>
                </a:moveTo>
                <a:lnTo>
                  <a:pt x="1900578" y="0"/>
                </a:lnTo>
                <a:lnTo>
                  <a:pt x="1900578" y="824778"/>
                </a:lnTo>
                <a:lnTo>
                  <a:pt x="0" y="8247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6638" y="1635508"/>
            <a:ext cx="3630502" cy="3630502"/>
          </a:xfrm>
          <a:custGeom>
            <a:avLst/>
            <a:gdLst/>
            <a:ahLst/>
            <a:cxnLst/>
            <a:rect r="r" b="b" t="t" l="l"/>
            <a:pathLst>
              <a:path h="3630502" w="3630502">
                <a:moveTo>
                  <a:pt x="0" y="0"/>
                </a:moveTo>
                <a:lnTo>
                  <a:pt x="3630501" y="0"/>
                </a:lnTo>
                <a:lnTo>
                  <a:pt x="3630501" y="3630502"/>
                </a:lnTo>
                <a:lnTo>
                  <a:pt x="0" y="36305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76646" y="3403001"/>
            <a:ext cx="2287222" cy="2287222"/>
          </a:xfrm>
          <a:custGeom>
            <a:avLst/>
            <a:gdLst/>
            <a:ahLst/>
            <a:cxnLst/>
            <a:rect r="r" b="b" t="t" l="l"/>
            <a:pathLst>
              <a:path h="2287222" w="2287222">
                <a:moveTo>
                  <a:pt x="0" y="0"/>
                </a:moveTo>
                <a:lnTo>
                  <a:pt x="2287222" y="0"/>
                </a:lnTo>
                <a:lnTo>
                  <a:pt x="2287222" y="2287222"/>
                </a:lnTo>
                <a:lnTo>
                  <a:pt x="0" y="22872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955582" y="1891942"/>
            <a:ext cx="6503116" cy="650311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8C0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909" lIns="50909" bIns="50909" rIns="50909"/>
            <a:lstStyle/>
            <a:p>
              <a:pPr algn="ctr">
                <a:lnSpc>
                  <a:spcPts val="1942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89035" y="2125395"/>
            <a:ext cx="6036209" cy="6036209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2F3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909" lIns="50909" bIns="50909" rIns="50909"/>
            <a:lstStyle/>
            <a:p>
              <a:pPr algn="ctr">
                <a:lnSpc>
                  <a:spcPts val="1942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379392" y="2315764"/>
            <a:ext cx="5655495" cy="5655472"/>
            <a:chOff x="0" y="0"/>
            <a:chExt cx="6350000" cy="63499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10"/>
              <a:stretch>
                <a:fillRect l="-18026" t="0" r="-18026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656019" y="3447429"/>
            <a:ext cx="8442489" cy="558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1999" spc="79">
                <a:solidFill>
                  <a:srgbClr val="727272"/>
                </a:solidFill>
                <a:latin typeface="Roboto"/>
                <a:ea typeface="Roboto"/>
                <a:cs typeface="Roboto"/>
                <a:sym typeface="Roboto"/>
              </a:rPr>
              <a:t>Meet EventNest - a campus event registration solution created specifically for college-going students.</a:t>
            </a:r>
          </a:p>
          <a:p>
            <a:pPr algn="l">
              <a:lnSpc>
                <a:spcPts val="3199"/>
              </a:lnSpc>
            </a:pPr>
          </a:p>
          <a:p>
            <a:pPr algn="l">
              <a:lnSpc>
                <a:spcPts val="3199"/>
              </a:lnSpc>
            </a:pPr>
            <a:r>
              <a:rPr lang="en-US" sz="1999" spc="79">
                <a:solidFill>
                  <a:srgbClr val="727272"/>
                </a:solidFill>
                <a:latin typeface="Roboto"/>
                <a:ea typeface="Roboto"/>
                <a:cs typeface="Roboto"/>
                <a:sym typeface="Roboto"/>
              </a:rPr>
              <a:t>EventNest enables students to:</a:t>
            </a:r>
          </a:p>
          <a:p>
            <a:pPr algn="l" marL="431799" indent="-215899" lvl="1">
              <a:lnSpc>
                <a:spcPts val="3199"/>
              </a:lnSpc>
              <a:buFont typeface="Arial"/>
              <a:buChar char="•"/>
            </a:pPr>
            <a:r>
              <a:rPr lang="en-US" sz="1999" spc="79">
                <a:solidFill>
                  <a:srgbClr val="727272"/>
                </a:solidFill>
                <a:latin typeface="Roboto"/>
                <a:ea typeface="Roboto"/>
                <a:cs typeface="Roboto"/>
                <a:sym typeface="Roboto"/>
              </a:rPr>
              <a:t>Access all campus events in one place</a:t>
            </a:r>
          </a:p>
          <a:p>
            <a:pPr algn="l" marL="431799" indent="-215899" lvl="1">
              <a:lnSpc>
                <a:spcPts val="3199"/>
              </a:lnSpc>
              <a:buFont typeface="Arial"/>
              <a:buChar char="•"/>
            </a:pPr>
            <a:r>
              <a:rPr lang="en-US" sz="1999" spc="79">
                <a:solidFill>
                  <a:srgbClr val="727272"/>
                </a:solidFill>
                <a:latin typeface="Roboto"/>
                <a:ea typeface="Roboto"/>
                <a:cs typeface="Roboto"/>
                <a:sym typeface="Roboto"/>
              </a:rPr>
              <a:t>View event information such as date, time, location, and description</a:t>
            </a:r>
          </a:p>
          <a:p>
            <a:pPr algn="l" marL="431799" indent="-215899" lvl="1">
              <a:lnSpc>
                <a:spcPts val="3199"/>
              </a:lnSpc>
              <a:buFont typeface="Arial"/>
              <a:buChar char="•"/>
            </a:pPr>
            <a:r>
              <a:rPr lang="en-US" sz="1999" spc="79">
                <a:solidFill>
                  <a:srgbClr val="727272"/>
                </a:solidFill>
                <a:latin typeface="Roboto"/>
                <a:ea typeface="Roboto"/>
                <a:cs typeface="Roboto"/>
                <a:sym typeface="Roboto"/>
              </a:rPr>
              <a:t>Register using their college identity</a:t>
            </a:r>
          </a:p>
          <a:p>
            <a:pPr algn="l" marL="431799" indent="-215899" lvl="1">
              <a:lnSpc>
                <a:spcPts val="3199"/>
              </a:lnSpc>
              <a:buFont typeface="Arial"/>
              <a:buChar char="•"/>
            </a:pPr>
            <a:r>
              <a:rPr lang="en-US" sz="1999" spc="79">
                <a:solidFill>
                  <a:srgbClr val="727272"/>
                </a:solidFill>
                <a:latin typeface="Roboto"/>
                <a:ea typeface="Roboto"/>
                <a:cs typeface="Roboto"/>
                <a:sym typeface="Roboto"/>
              </a:rPr>
              <a:t>Create a personal event calendar so they never miss what they have registered for</a:t>
            </a:r>
          </a:p>
          <a:p>
            <a:pPr algn="l">
              <a:lnSpc>
                <a:spcPts val="3199"/>
              </a:lnSpc>
            </a:pPr>
          </a:p>
          <a:p>
            <a:pPr algn="l">
              <a:lnSpc>
                <a:spcPts val="3199"/>
              </a:lnSpc>
            </a:pPr>
            <a:r>
              <a:rPr lang="en-US" sz="1999" spc="79">
                <a:solidFill>
                  <a:srgbClr val="727272"/>
                </a:solidFill>
                <a:latin typeface="Roboto"/>
                <a:ea typeface="Roboto"/>
                <a:cs typeface="Roboto"/>
                <a:sym typeface="Roboto"/>
              </a:rPr>
              <a:t>Organizers will finally get accurate and confirmed registration information. Students will get clarity and convenience.</a:t>
            </a:r>
          </a:p>
          <a:p>
            <a:pPr algn="l">
              <a:lnSpc>
                <a:spcPts val="3199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5840507" y="5370500"/>
            <a:ext cx="2837586" cy="3024558"/>
          </a:xfrm>
          <a:custGeom>
            <a:avLst/>
            <a:gdLst/>
            <a:ahLst/>
            <a:cxnLst/>
            <a:rect r="r" b="b" t="t" l="l"/>
            <a:pathLst>
              <a:path h="3024558" w="2837586">
                <a:moveTo>
                  <a:pt x="0" y="0"/>
                </a:moveTo>
                <a:lnTo>
                  <a:pt x="2837586" y="0"/>
                </a:lnTo>
                <a:lnTo>
                  <a:pt x="2837586" y="3024558"/>
                </a:lnTo>
                <a:lnTo>
                  <a:pt x="0" y="302455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5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656019" y="2599704"/>
            <a:ext cx="6795493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50"/>
              </a:lnSpc>
            </a:pPr>
            <a:r>
              <a:rPr lang="en-US" sz="7500">
                <a:solidFill>
                  <a:srgbClr val="0B2F3D"/>
                </a:solidFill>
                <a:latin typeface="Abril Fatface"/>
                <a:ea typeface="Abril Fatface"/>
                <a:cs typeface="Abril Fatface"/>
                <a:sym typeface="Abril Fatface"/>
              </a:rPr>
              <a:t>EventNest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9258300"/>
            <a:ext cx="2343200" cy="166258"/>
          </a:xfrm>
          <a:custGeom>
            <a:avLst/>
            <a:gdLst/>
            <a:ahLst/>
            <a:cxnLst/>
            <a:rect r="r" b="b" t="t" l="l"/>
            <a:pathLst>
              <a:path h="166258" w="2343200">
                <a:moveTo>
                  <a:pt x="0" y="0"/>
                </a:moveTo>
                <a:lnTo>
                  <a:pt x="2343200" y="0"/>
                </a:lnTo>
                <a:lnTo>
                  <a:pt x="2343200" y="166258"/>
                </a:lnTo>
                <a:lnTo>
                  <a:pt x="0" y="166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58722" y="663529"/>
            <a:ext cx="1900578" cy="824779"/>
          </a:xfrm>
          <a:custGeom>
            <a:avLst/>
            <a:gdLst/>
            <a:ahLst/>
            <a:cxnLst/>
            <a:rect r="r" b="b" t="t" l="l"/>
            <a:pathLst>
              <a:path h="824779" w="1900578">
                <a:moveTo>
                  <a:pt x="0" y="0"/>
                </a:moveTo>
                <a:lnTo>
                  <a:pt x="1900578" y="0"/>
                </a:lnTo>
                <a:lnTo>
                  <a:pt x="1900578" y="824778"/>
                </a:lnTo>
                <a:lnTo>
                  <a:pt x="0" y="8247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6638" y="1635508"/>
            <a:ext cx="3630502" cy="3630502"/>
          </a:xfrm>
          <a:custGeom>
            <a:avLst/>
            <a:gdLst/>
            <a:ahLst/>
            <a:cxnLst/>
            <a:rect r="r" b="b" t="t" l="l"/>
            <a:pathLst>
              <a:path h="3630502" w="3630502">
                <a:moveTo>
                  <a:pt x="0" y="0"/>
                </a:moveTo>
                <a:lnTo>
                  <a:pt x="3630501" y="0"/>
                </a:lnTo>
                <a:lnTo>
                  <a:pt x="3630501" y="3630502"/>
                </a:lnTo>
                <a:lnTo>
                  <a:pt x="0" y="36305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76646" y="3403001"/>
            <a:ext cx="2287222" cy="2287222"/>
          </a:xfrm>
          <a:custGeom>
            <a:avLst/>
            <a:gdLst/>
            <a:ahLst/>
            <a:cxnLst/>
            <a:rect r="r" b="b" t="t" l="l"/>
            <a:pathLst>
              <a:path h="2287222" w="2287222">
                <a:moveTo>
                  <a:pt x="0" y="0"/>
                </a:moveTo>
                <a:lnTo>
                  <a:pt x="2287222" y="0"/>
                </a:lnTo>
                <a:lnTo>
                  <a:pt x="2287222" y="2287222"/>
                </a:lnTo>
                <a:lnTo>
                  <a:pt x="0" y="22872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840507" y="5370500"/>
            <a:ext cx="2837586" cy="3024558"/>
          </a:xfrm>
          <a:custGeom>
            <a:avLst/>
            <a:gdLst/>
            <a:ahLst/>
            <a:cxnLst/>
            <a:rect r="r" b="b" t="t" l="l"/>
            <a:pathLst>
              <a:path h="3024558" w="2837586">
                <a:moveTo>
                  <a:pt x="0" y="0"/>
                </a:moveTo>
                <a:lnTo>
                  <a:pt x="2837586" y="0"/>
                </a:lnTo>
                <a:lnTo>
                  <a:pt x="2837586" y="3024558"/>
                </a:lnTo>
                <a:lnTo>
                  <a:pt x="0" y="302455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019920" y="2016993"/>
            <a:ext cx="10248160" cy="990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8000">
                <a:solidFill>
                  <a:srgbClr val="0B2F3D"/>
                </a:solidFill>
                <a:latin typeface="Abril Fatface"/>
                <a:ea typeface="Abril Fatface"/>
                <a:cs typeface="Abril Fatface"/>
                <a:sym typeface="Abril Fatface"/>
              </a:rPr>
              <a:t>Value &amp; Impact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701452" y="4145061"/>
            <a:ext cx="14885096" cy="3230594"/>
            <a:chOff x="0" y="0"/>
            <a:chExt cx="3920354" cy="8508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20355" cy="850856"/>
            </a:xfrm>
            <a:custGeom>
              <a:avLst/>
              <a:gdLst/>
              <a:ahLst/>
              <a:cxnLst/>
              <a:rect r="r" b="b" t="t" l="l"/>
              <a:pathLst>
                <a:path h="850856" w="3920355">
                  <a:moveTo>
                    <a:pt x="26526" y="0"/>
                  </a:moveTo>
                  <a:lnTo>
                    <a:pt x="3893829" y="0"/>
                  </a:lnTo>
                  <a:cubicBezTo>
                    <a:pt x="3908478" y="0"/>
                    <a:pt x="3920355" y="11876"/>
                    <a:pt x="3920355" y="26526"/>
                  </a:cubicBezTo>
                  <a:lnTo>
                    <a:pt x="3920355" y="824330"/>
                  </a:lnTo>
                  <a:cubicBezTo>
                    <a:pt x="3920355" y="838980"/>
                    <a:pt x="3908478" y="850856"/>
                    <a:pt x="3893829" y="850856"/>
                  </a:cubicBezTo>
                  <a:lnTo>
                    <a:pt x="26526" y="850856"/>
                  </a:lnTo>
                  <a:cubicBezTo>
                    <a:pt x="11876" y="850856"/>
                    <a:pt x="0" y="838980"/>
                    <a:pt x="0" y="824330"/>
                  </a:cubicBezTo>
                  <a:lnTo>
                    <a:pt x="0" y="26526"/>
                  </a:lnTo>
                  <a:cubicBezTo>
                    <a:pt x="0" y="11876"/>
                    <a:pt x="11876" y="0"/>
                    <a:pt x="26526" y="0"/>
                  </a:cubicBezTo>
                  <a:close/>
                </a:path>
              </a:pathLst>
            </a:custGeom>
            <a:solidFill>
              <a:srgbClr val="0B2F3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3920354" cy="8222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809298" y="3793642"/>
            <a:ext cx="6669404" cy="819150"/>
            <a:chOff x="0" y="0"/>
            <a:chExt cx="3985579" cy="48951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985579" cy="489517"/>
            </a:xfrm>
            <a:custGeom>
              <a:avLst/>
              <a:gdLst/>
              <a:ahLst/>
              <a:cxnLst/>
              <a:rect r="r" b="b" t="t" l="l"/>
              <a:pathLst>
                <a:path h="489517" w="3985579">
                  <a:moveTo>
                    <a:pt x="3782379" y="0"/>
                  </a:moveTo>
                  <a:cubicBezTo>
                    <a:pt x="3894603" y="0"/>
                    <a:pt x="3985579" y="109582"/>
                    <a:pt x="3985579" y="244758"/>
                  </a:cubicBezTo>
                  <a:cubicBezTo>
                    <a:pt x="3985579" y="379935"/>
                    <a:pt x="3894603" y="489517"/>
                    <a:pt x="3782379" y="489517"/>
                  </a:cubicBezTo>
                  <a:lnTo>
                    <a:pt x="203200" y="489517"/>
                  </a:lnTo>
                  <a:cubicBezTo>
                    <a:pt x="90976" y="489517"/>
                    <a:pt x="0" y="379935"/>
                    <a:pt x="0" y="244758"/>
                  </a:cubicBezTo>
                  <a:cubicBezTo>
                    <a:pt x="0" y="10958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D8C0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9050"/>
              <a:ext cx="3985579" cy="470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42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413106" y="4944149"/>
            <a:ext cx="12178163" cy="1622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77415" indent="-288707" lvl="1">
              <a:lnSpc>
                <a:spcPts val="3209"/>
              </a:lnSpc>
              <a:buFont typeface="Arial"/>
              <a:buChar char="•"/>
            </a:pPr>
            <a:r>
              <a:rPr lang="en-US" sz="267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Structured System - It’s not only announcements, but registrations too </a:t>
            </a:r>
          </a:p>
          <a:p>
            <a:pPr algn="just" marL="577415" indent="-288707" lvl="1">
              <a:lnSpc>
                <a:spcPts val="3209"/>
              </a:lnSpc>
              <a:buFont typeface="Arial"/>
              <a:buChar char="•"/>
            </a:pPr>
            <a:r>
              <a:rPr lang="en-US" sz="267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Student - Specific Access – Safe sign-ups for users Improved Planning for</a:t>
            </a:r>
          </a:p>
          <a:p>
            <a:pPr algn="just" marL="577415" indent="-288707" lvl="1">
              <a:lnSpc>
                <a:spcPts val="3209"/>
              </a:lnSpc>
              <a:buFont typeface="Arial"/>
              <a:buChar char="•"/>
            </a:pPr>
            <a:r>
              <a:rPr lang="en-US" sz="267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Organizers - Know the numbers in advance Improved Experience for </a:t>
            </a:r>
          </a:p>
          <a:p>
            <a:pPr algn="just" marL="577415" indent="-288707" lvl="1">
              <a:lnSpc>
                <a:spcPts val="3209"/>
              </a:lnSpc>
              <a:buFont typeface="Arial"/>
              <a:buChar char="•"/>
            </a:pPr>
            <a:r>
              <a:rPr lang="en-US" sz="267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Students - All in one place, no confusion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74888" y="3841267"/>
            <a:ext cx="6138224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999" b="true">
                <a:solidFill>
                  <a:srgbClr val="0B2F3D"/>
                </a:solidFill>
                <a:latin typeface="Roboto Bold"/>
                <a:ea typeface="Roboto Bold"/>
                <a:cs typeface="Roboto Bold"/>
                <a:sym typeface="Roboto Bold"/>
              </a:rPr>
              <a:t>What makes EventNest different from social media or emails?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DAHAYJgjYp8</dc:identifier>
  <dcterms:modified xsi:type="dcterms:W3CDTF">2011-08-01T06:04:30Z</dcterms:modified>
  <cp:revision>1</cp:revision>
  <dc:title>Campus Event Registration System</dc:title>
</cp:coreProperties>
</file>